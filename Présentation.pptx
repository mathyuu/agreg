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20/09/2020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20/09/2020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20/09/2020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20/09/2020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20/09/2020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20/09/2020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20/09/2020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20/09/2020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20/09/2020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20/09/2020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20/09/2020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20/09/2020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20/09/2020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77866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fr-FR" sz="32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cap="none" dirty="0">
                <a:latin typeface="Garamond" panose="02020404030301010803" pitchFamily="18" charset="0"/>
              </a:rPr>
              <a:t>Titre</a:t>
            </a:r>
            <a:endParaRPr lang="fr-FR" sz="3200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11</TotalTime>
  <Words>5</Words>
  <Application>Microsoft Office PowerPoint</Application>
  <PresentationFormat>Grand écran</PresentationFormat>
  <Paragraphs>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Garamond</vt:lpstr>
      <vt:lpstr>Gill Sans MT</vt:lpstr>
      <vt:lpstr>Colis</vt:lpstr>
      <vt:lpstr>L</vt:lpstr>
      <vt:lpstr>Titre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3</cp:revision>
  <dcterms:created xsi:type="dcterms:W3CDTF">2020-09-19T14:45:32Z</dcterms:created>
  <dcterms:modified xsi:type="dcterms:W3CDTF">2020-09-20T09:53:52Z</dcterms:modified>
</cp:coreProperties>
</file>